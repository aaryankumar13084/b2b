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1765120553892-594385013-1765120506790-870357149-1765120041852-540605722-merged_locked_locked_unlocked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Monthly Syllabus Division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2024-25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ENGLISH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CLASS - 9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Sl.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No.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Month 	Section 	Syllabus 	No. of Lessons and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Topics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 	April 	Literature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Grammar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- The Road not Taken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- The Fun They Had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- Wind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- Articles, Parts of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Speech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- The Sentence Type&amp;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parts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3 lessons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3 grammar related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topics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2 	May 	Literature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Gra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-- 1 of 2 --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D.A.V. COLLEGE, SECTOR-10, CHANDIGARH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SUBJECT CHANGE FORM FOR THE SESSION 2025-26 (BA 1st only)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NAME OF THE STUDENT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CLASS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ROLL No.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Present Subjects Subjects to be taken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Old Combination No.( ) New Combination No.( 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Signature of Student Signature of Convener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Signature of Parent/Guardian Signature of 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-- 2 of 2 --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1765120553892-594385013-1765120506790-870357149-1765120041852-540605722-merged_locked_locked_unlocked</dc:title>
  <dc:subject>PptxGenJS Presentation</dc:subject>
  <dc:creator>PptxGenJS</dc:creator>
  <cp:lastModifiedBy>PptxGenJS</cp:lastModifiedBy>
  <cp:revision>1</cp:revision>
  <dcterms:created xsi:type="dcterms:W3CDTF">2025-12-08T07:34:04Z</dcterms:created>
  <dcterms:modified xsi:type="dcterms:W3CDTF">2025-12-08T07:34:04Z</dcterms:modified>
</cp:coreProperties>
</file>